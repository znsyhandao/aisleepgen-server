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从"听到声音"到"听见睡眠"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4A0"/>
                </a:solidFill>
                <a:latin typeface="Microsoft YaHei"/>
              </a:defRPr>
            </a:pPr>
            <a:r>
              <a:t>重新定义可穿戴设备的健康价值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DD"/>
                </a:solidFill>
                <a:latin typeface="Microsoft YaHei"/>
              </a:defRPr>
            </a:pPr>
            <a:r>
              <a:t>韶音 x AISleepGen 战略合作提案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18363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347"/>
                </a:solidFill>
                <a:latin typeface="Microsoft YaHei"/>
              </a:defRPr>
            </a:pPr>
            <a:r>
              <a:rPr dirty="0" err="1"/>
              <a:t>AISleepGen</a:t>
            </a:r>
            <a:r>
              <a:rPr dirty="0"/>
              <a:t> - </a:t>
            </a:r>
            <a:r>
              <a:rPr dirty="0" err="1"/>
              <a:t>眠小兔原创冥想</a:t>
            </a:r>
            <a:r>
              <a:rPr dirty="0"/>
              <a:t> AI </a:t>
            </a:r>
            <a:r>
              <a:rPr dirty="0" err="1"/>
              <a:t>减压睡眠系统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2026年6月 | 机密文件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韶音当前的护城河与天花板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骨传导已是成熟技术,OPPO/小米等已跟进,1-2年内硬件差异化归零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运动场景(跑步/骑行)占使用80%以上,用户日均使用时间极短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耳机仅作播放设备,无用户健康数据,无法形成用户粘性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助眠市场巨大但韶音尚未切入:中国失眠人群3亿+,市场5000亿+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核心矛盾:韶音拥有千万级耳戴设备入口,但缺乏"听到声音之后"的价值闭环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79" y="5212080"/>
            <a:ext cx="58299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A0"/>
                </a:solidFill>
                <a:latin typeface="Microsoft YaHei"/>
              </a:defRPr>
            </a:pPr>
            <a:r>
              <a:rPr dirty="0"/>
              <a:t>5000亿+     3亿+</a:t>
            </a:r>
            <a:r>
              <a:rPr lang="en-US" dirty="0"/>
              <a:t>     </a:t>
            </a:r>
            <a:r>
              <a:rPr dirty="0"/>
              <a:t>   8</a:t>
            </a:r>
            <a:r>
              <a:rPr lang="en-US" altLang="zh-CN" dirty="0"/>
              <a:t>0%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97279" y="5707294"/>
            <a:ext cx="559908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助眠市场</a:t>
            </a:r>
            <a:r>
              <a:rPr dirty="0"/>
              <a:t>(2025)      </a:t>
            </a:r>
            <a:r>
              <a:rPr lang="en-US" dirty="0"/>
              <a:t>         </a:t>
            </a:r>
            <a:r>
              <a:rPr dirty="0" err="1"/>
              <a:t>失眠人群</a:t>
            </a:r>
            <a:r>
              <a:rPr dirty="0"/>
              <a:t>       </a:t>
            </a:r>
            <a:r>
              <a:rPr lang="en-US" dirty="0"/>
              <a:t>            </a:t>
            </a:r>
            <a:r>
              <a:rPr dirty="0" err="1"/>
              <a:t>运动场景占比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AISleepGen: 完整解决方案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0"/>
                </a:solidFill>
                <a:latin typeface="Microsoft YaHei"/>
              </a:defRPr>
            </a:pPr>
            <a:r>
              <a:t>从感官输入 -&gt; AI 决策 -&gt; 个性化干预 -&gt; 效果反馈的完整闭环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2834640" cy="38404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283464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韶音耳机传感器 + 华为手环</a:t>
            </a:r>
            <a:br/>
            <a:r>
              <a:t>呼吸/体动/鼾声/心率/HRV</a:t>
            </a:r>
            <a:br/>
            <a:r>
              <a:t>面部皮肤拍照分析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感知用户的真实状态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920240"/>
            <a:ext cx="2834640" cy="38404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39" y="1920240"/>
            <a:ext cx="2834640" cy="54864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0"/>
                </a:solidFill>
                <a:latin typeface="Microsoft YaHei"/>
              </a:defRPr>
            </a:pPr>
            <a:r>
              <a:t>决策层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8位AI专家联合会诊</a:t>
            </a:r>
            <a:br/>
            <a:r>
              <a:t>dp_router(3839行)路由引擎</a:t>
            </a:r>
            <a:br/>
            <a:r>
              <a:t>sleep_world_model(2118行)世界模型</a:t>
            </a:r>
            <a:br/>
            <a:r>
              <a:t>cognitive_belief(1061行)认知推理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79,000+行代码的AI引擎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920240"/>
            <a:ext cx="2834640" cy="38404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1920240"/>
            <a:ext cx="283464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347"/>
                </a:solidFill>
                <a:latin typeface="Microsoft YaHei"/>
              </a:defRPr>
            </a:pPr>
            <a:r>
              <a:t>干预层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42系列165条眠小兔原创冥想</a:t>
            </a:r>
            <a:br/>
            <a:r>
              <a:t>20+种白噪音/颂钵/自然声</a:t>
            </a:r>
            <a:br/>
            <a:r>
              <a:t>CosyVoice零样本语音合成</a:t>
            </a:r>
            <a:br/>
            <a:r>
              <a:t>音频声学指纹自动匹配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个性化多模态干预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920240"/>
            <a:ext cx="2834640" cy="38404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1920240"/>
            <a:ext cx="283464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59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反馈层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256032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睡眠评分追踪</a:t>
            </a:r>
            <a:br/>
            <a:r>
              <a:t>皮肤变化对比</a:t>
            </a:r>
            <a:br/>
            <a:r>
              <a:t>决策力提升量化</a:t>
            </a:r>
            <a:br/>
            <a:r>
              <a:t>次日晨报推送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效果看得见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眠小兔原创冥想:差异化内容壁垒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不只是"助眠",是融合艺术/哲学/认知科学的体系化冥想内容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347"/>
                </a:solidFill>
                <a:latin typeface="Microsoft YaHei"/>
              </a:defRPr>
            </a:pPr>
            <a:r>
              <a:t>艺术冥想系列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以经典艺术创作为载体</a:t>
            </a:r>
            <a:br/>
            <a:r>
              <a:t>空间艺术/印象当下</a:t>
            </a:r>
            <a:br/>
            <a:r>
              <a:t>抽象表现/滴画冥想</a:t>
            </a:r>
            <a:br/>
            <a:r>
              <a:t>帕瓦罗蒂探索冥想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65176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347"/>
                </a:solidFill>
                <a:latin typeface="Microsoft YaHei"/>
              </a:defRPr>
            </a:pPr>
            <a:r>
              <a:t>植物冥想系列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借植物隐喻引导觉察</a:t>
            </a:r>
            <a:br/>
            <a:r>
              <a:t>莲花净世/艾草解毒</a:t>
            </a:r>
            <a:br/>
            <a:r>
              <a:t>洋甘菊减压/玫瑰抗压</a:t>
            </a:r>
            <a:br/>
            <a:r>
              <a:t>车前草修复创伤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65176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347"/>
                </a:solidFill>
                <a:latin typeface="Microsoft YaHei"/>
              </a:defRPr>
            </a:pPr>
            <a:r>
              <a:t>焦虑消解系列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面向高压力人群</a:t>
            </a:r>
            <a:br/>
            <a:r>
              <a:t>7年蝉虫鸣消解</a:t>
            </a:r>
            <a:br/>
            <a:r>
              <a:t>蝴蝶拥抱/内心风暴</a:t>
            </a:r>
            <a:br/>
            <a:r>
              <a:t>动态情绪引导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828800"/>
            <a:ext cx="265176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347"/>
                </a:solidFill>
                <a:latin typeface="Microsoft YaHei"/>
              </a:defRPr>
            </a:pPr>
            <a:r>
              <a:t>认知冥想系列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基础认知训练</a:t>
            </a:r>
            <a:br/>
            <a:r>
              <a:t>活在当下三部曲</a:t>
            </a:r>
            <a:br/>
            <a:r>
              <a:t>慢冥想/专注力提升</a:t>
            </a:r>
            <a:br/>
            <a:r>
              <a:t>软能力/能量冥想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47"/>
                </a:solidFill>
                <a:latin typeface="Microsoft YaHei"/>
              </a:defRPr>
            </a:pPr>
            <a:r>
              <a:t>42个冥想系列 | 165条原创引导 | 覆盖减压/助眠/专注/情绪/免疫等全场景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60720"/>
            <a:ext cx="3474720" cy="54864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融合艺术哲学的心理引导体系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389120" y="5760720"/>
            <a:ext cx="3474720" cy="54864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每篇15-20分钟,完整的沉浸式体验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5760720"/>
            <a:ext cx="3474720" cy="54864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可配合CosyVoice生成个性化语音版本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AISleepGen AI 引擎技术优势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  <a:latin typeface="Microsoft YaHei"/>
              </a:defRPr>
            </a:pPr>
            <a:r>
              <a:t>dp_router 路由引擎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74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8位专家智能调度</a:t>
            </a:r>
            <a:br>
              <a:rPr dirty="0"/>
            </a:br>
            <a:r>
              <a:rPr dirty="0" err="1"/>
              <a:t>场景识别与意图路由</a:t>
            </a:r>
            <a:br>
              <a:rPr dirty="0"/>
            </a:br>
            <a:r>
              <a:rPr dirty="0" err="1"/>
              <a:t>动态决策分发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480559" y="1828800"/>
            <a:ext cx="3474720" cy="20116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  <a:latin typeface="Microsoft YaHei"/>
              </a:defRPr>
            </a:pPr>
            <a:r>
              <a:t>world_model 世界模型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14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多维睡眠状态建模</a:t>
            </a:r>
            <a:br>
              <a:rPr dirty="0"/>
            </a:br>
            <a:r>
              <a:rPr dirty="0" err="1"/>
              <a:t>干预效果预测</a:t>
            </a:r>
            <a:br>
              <a:rPr dirty="0"/>
            </a:br>
            <a:r>
              <a:rPr dirty="0" err="1"/>
              <a:t>个性化认知画像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20116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  <a:latin typeface="Microsoft YaHei"/>
              </a:defRPr>
            </a:pPr>
            <a:r>
              <a:t>chat_builder 对话引擎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14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上下文感知对话</a:t>
            </a:r>
            <a:br>
              <a:rPr dirty="0"/>
            </a:br>
            <a:r>
              <a:rPr dirty="0" err="1"/>
              <a:t>多轮交互管理</a:t>
            </a:r>
            <a:br>
              <a:rPr dirty="0"/>
            </a:br>
            <a:r>
              <a:rPr dirty="0" err="1"/>
              <a:t>情感状态跟踪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474720" cy="20116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  <a:latin typeface="Microsoft YaHei"/>
              </a:defRPr>
            </a:pPr>
            <a:r>
              <a:t>intent_engine 意图引擎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149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用户真实需求识别</a:t>
            </a:r>
            <a:br>
              <a:rPr dirty="0"/>
            </a:br>
            <a:r>
              <a:rPr dirty="0" err="1"/>
              <a:t>场景意图分类</a:t>
            </a:r>
            <a:br>
              <a:rPr dirty="0"/>
            </a:br>
            <a:r>
              <a:rPr dirty="0" err="1"/>
              <a:t>行为模式匹配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4480559" y="4114800"/>
            <a:ext cx="3474720" cy="20116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  <a:latin typeface="Microsoft YaHei"/>
              </a:defRPr>
            </a:pPr>
            <a:r>
              <a:t>cognitive_belief 认知引擎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92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认知偏差修正</a:t>
            </a:r>
            <a:br>
              <a:rPr dirty="0"/>
            </a:br>
            <a:r>
              <a:rPr dirty="0" err="1"/>
              <a:t>信念动态更新</a:t>
            </a:r>
            <a:br>
              <a:rPr dirty="0"/>
            </a:br>
            <a:r>
              <a:rPr dirty="0" err="1"/>
              <a:t>行为预测建模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0"/>
                </a:solidFill>
                <a:latin typeface="Microsoft YaHei"/>
              </a:defRPr>
            </a:pPr>
            <a:r>
              <a:t>10+核心算法模块 | 79,000+行代码 | 195个Python模块 | DeepSeek大模型驱动 | 华为手环数据实时接入 | CosyVoice零样本语音合成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为什么骨传导耳机是"最适合夜间佩戴"的设备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不堵塞耳道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可听到环境音</a:t>
            </a:r>
            <a:br/>
            <a:r>
              <a:t>有小孩/宠物的刚需</a:t>
            </a:r>
            <a:br/>
            <a:r>
              <a:t>零安全隐患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侧卧佩戴不压耳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入耳/头戴均不行</a:t>
            </a:r>
            <a:br/>
            <a:r>
              <a:t>骨传导结构天生适合</a:t>
            </a:r>
            <a:br/>
            <a:r>
              <a:t>90分钟无不适感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长时间佩戴无负担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冥想引导30-60分钟</a:t>
            </a:r>
            <a:br/>
            <a:r>
              <a:t>整晚睡眠监测</a:t>
            </a:r>
            <a:br/>
            <a:r>
              <a:t>远超运动场景时长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韶音需要解决的问题不是"怎么卖更多耳机",而是"用户戴上耳机之后做什么"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韶音耳机的独家数据优势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其他设备做不到的感知能力-这是韶音的核心数据壁垒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呼吸节律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骨传导麦低噪采集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入睡速度/睡眠深度/呼吸异常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鼾声模式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骨传导天然低噪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睡眠呼吸暂停风险筛查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体动频率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内置加速度计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REM/深睡阶段精确判断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佩戴时长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蓝牙连接状态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真实使用时长/用户粘性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环境音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麦克风监测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卧室噪音评估/干预时机优化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这些数据+华为手环心率/HRV-&gt;比单一设备更完整的睡眠画像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三方共赢的合作模式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技术层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韶音传感器 + AISleepGen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韶音专注硬件,AI由AISleepGen承载</a:t>
            </a:r>
            <a:br/>
            <a:r>
              <a:t>数据流:韶音耳机-&gt;手机App-&gt;AI引擎-&gt;个性化干预</a:t>
            </a:r>
            <a:br/>
            <a:r>
              <a:t>完全开放的SDK架构,可深度定制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产品层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联合清道夫睡眠系统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韶音定制冥想版(预装眠小兔引导内容)</a:t>
            </a:r>
            <a:br/>
            <a:r>
              <a:t>App内嵌AISleepGen AI分析模块</a:t>
            </a:r>
            <a:br/>
            <a:r>
              <a:t>联合会员体系:买耳机送Pro会员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商业层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数据飞轮共建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212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更多用户-&gt;更多呼吸/体动数据-&gt;AI更精准</a:t>
            </a:r>
            <a:br/>
            <a:r>
              <a:t>-&gt;更好睡眠-&gt;更强品牌粘性-&gt;耳机复购推荐</a:t>
            </a:r>
            <a:br/>
            <a:r>
              <a:t>韶音沉淀用户健康数据,形成长期竞争壁垒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为什么韶音应该选择AISleepGen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347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内容壁垒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42系列165条眠小兔原创冥想</a:t>
            </a:r>
            <a:br/>
            <a:r>
              <a:t>艺术/植物/认知/禅宗等</a:t>
            </a:r>
            <a:br/>
            <a:r>
              <a:t>不是随便的语音引导,是体系化内容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56032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34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00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8位专家+79,000行代码</a:t>
            </a:r>
            <a:br/>
            <a:r>
              <a:t>不是简单的推荐算法</a:t>
            </a:r>
            <a:br/>
            <a:r>
              <a:t>是真正的AI决策引擎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56032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34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韶音传感器数据+手环数据</a:t>
            </a:r>
            <a:br/>
            <a:r>
              <a:t>形成完整睡眠画像</a:t>
            </a:r>
            <a:br/>
            <a:r>
              <a:t>干预效果可量化追踪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56032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560320" cy="54864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34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即用交付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00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小程序18页面+后端40+API</a:t>
            </a:r>
            <a:br/>
            <a:r>
              <a:t>华为手环已接入</a:t>
            </a:r>
            <a:br/>
            <a:r>
              <a:t>CosyVoice语音合成已就绪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对比其他助眠产品:没有内容壁垒-&gt;没有AI闭环-&gt;没有数据-&gt;没有粘性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立即行动计划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Phase1-2周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韶音接入AISleepGen</a:t>
            </a:r>
            <a:br/>
            <a:r>
              <a:t>验证呼吸/体动数据采集</a:t>
            </a:r>
            <a:br/>
            <a:r>
              <a:t>完成数据链路打通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Phase2-4周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联合Demo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基于SDK开发MVP</a:t>
            </a:r>
            <a:br/>
            <a:r>
              <a:t>眠小兔冥想内容集成</a:t>
            </a:r>
            <a:br/>
            <a:r>
              <a:t>完整用户流程演示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Phase3-2周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用户测试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50-100人内测</a:t>
            </a:r>
            <a:br/>
            <a:r>
              <a:t>收集睡眠改善数据</a:t>
            </a:r>
            <a:br/>
            <a:r>
              <a:t>优化AI推荐模型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Phase4-发布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韶音新品+AI内置</a:t>
            </a:r>
            <a:br/>
            <a:r>
              <a:t>联合品牌推广</a:t>
            </a:r>
            <a:br/>
            <a:r>
              <a:t>持续数据飞轮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我们期望:韶音SDK接入权限 | 联合品牌露出 | 匿名数据授权 | 产品联合推广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让韶音不只"听见世界"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80945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rPr dirty="0" err="1"/>
              <a:t>也"听见用户的睡眠健康和决策力</a:t>
            </a:r>
            <a:r>
              <a:rPr dirty="0"/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347"/>
                </a:solidFill>
                <a:latin typeface="Microsoft YaHei"/>
              </a:defRPr>
            </a:pPr>
            <a:r>
              <a:rPr dirty="0" err="1"/>
              <a:t>AISleepGen</a:t>
            </a:r>
            <a:r>
              <a:rPr dirty="0"/>
              <a:t> - </a:t>
            </a:r>
            <a:r>
              <a:rPr dirty="0" err="1"/>
              <a:t>眠小兔原创冥想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631</Words>
  <Application>Microsoft Office PowerPoint</Application>
  <PresentationFormat>宽屏</PresentationFormat>
  <Paragraphs>132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道 憨</cp:lastModifiedBy>
  <cp:revision>3</cp:revision>
  <dcterms:created xsi:type="dcterms:W3CDTF">2013-01-27T09:14:16Z</dcterms:created>
  <dcterms:modified xsi:type="dcterms:W3CDTF">2026-06-04T05:47:27Z</dcterms:modified>
  <cp:category/>
</cp:coreProperties>
</file>