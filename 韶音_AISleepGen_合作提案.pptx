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从"听到声音"到"听见睡眠"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0"/>
                </a:solidFill>
                <a:latin typeface="Microsoft YaHei"/>
              </a:defRPr>
            </a:pPr>
            <a:r>
              <a:t>重新定义可穿戴设备的健康价值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DD"/>
                </a:solidFill>
                <a:latin typeface="Microsoft YaHei"/>
              </a:defRPr>
            </a:pPr>
            <a:r>
              <a:t>韶音 x AISleepGen 战略合作提案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2026年6月 | 机密文件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韶音当前的护城河与天花板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骨传导已是成熟技术,OPPO</a:t>
            </a:r>
            <a:r>
              <a:rPr dirty="0"/>
              <a:t>/小米等已跟进,1-2年内硬件差异化归零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运动场景</a:t>
            </a:r>
            <a:r>
              <a:rPr dirty="0"/>
              <a:t>(</a:t>
            </a:r>
            <a:r>
              <a:rPr dirty="0" err="1"/>
              <a:t>跑步</a:t>
            </a:r>
            <a:r>
              <a:rPr dirty="0"/>
              <a:t>/</a:t>
            </a:r>
            <a:r>
              <a:rPr dirty="0" err="1"/>
              <a:t>骑行</a:t>
            </a:r>
            <a:r>
              <a:rPr dirty="0"/>
              <a:t>)占使用80%以上-用户日均使用时间极短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  耳机仅作播放设备,无用户健康数据-无法形成用户粘性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rPr dirty="0"/>
              <a:t>  助眠市场巨大但韶音尚未切入:中国失眠人群3亿+,市场5000亿+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核心矛盾:韶音拥有千万级耳戴设备入口,但缺乏声音之后的价值闭环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3657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A0"/>
                </a:solidFill>
                <a:latin typeface="Microsoft YaHei"/>
              </a:defRPr>
            </a:pPr>
            <a:r>
              <a:rPr dirty="0"/>
              <a:t>5000亿+           3亿+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66444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rPr dirty="0" err="1"/>
              <a:t>助眠市场</a:t>
            </a:r>
            <a:r>
              <a:rPr dirty="0"/>
              <a:t>(2025)      </a:t>
            </a:r>
            <a:r>
              <a:rPr dirty="0" err="1"/>
              <a:t>失眠人群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为什么骨传导耳机是"最适合夜间佩戴"的设备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0040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不堵塞耳道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可听到环境音</a:t>
            </a:r>
            <a:br/>
            <a:r>
              <a:t>有小孩/宠物的刚需</a:t>
            </a:r>
            <a:br/>
            <a:r>
              <a:t>零安全隐患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0040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侧卧佩戴不压耳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入耳/头戴均不行</a:t>
            </a:r>
            <a:br/>
            <a:r>
              <a:t>骨传导结构天生适合</a:t>
            </a:r>
            <a:br/>
            <a:r>
              <a:t>90分钟无不适感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20040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长时间佩戴无负担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冥想引导30-60分钟</a:t>
            </a:r>
            <a:br/>
            <a:r>
              <a:t>整晚睡眠监测</a:t>
            </a:r>
            <a:br/>
            <a:r>
              <a:t>远超运动场景时长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韶音需要解决的问题不是"怎么卖更多耳机",而是"用户戴上耳机之后做什么"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AISleepGen:不仅是助眠,更是"决策力提升引擎"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核心能力矩阵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8位专家AI会诊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睡眠分析/压力评估</a:t>
            </a:r>
            <a:br/>
            <a:r>
              <a:t>情绪识别/行为预测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210312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42系列冥想库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165条原创引导</a:t>
            </a:r>
            <a:br/>
            <a:r>
              <a:t>覆盖减压/助眠/专注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210312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CosyVoice合成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个性化语音生成</a:t>
            </a:r>
            <a:br/>
            <a:r>
              <a:t>zero_shot无需训练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210312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59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音频推荐引擎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SVM声学分析</a:t>
            </a:r>
            <a:br/>
            <a:r>
              <a:t>自动匹配最优干预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华为手环接入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睡眠分期/心率/HRV</a:t>
            </a:r>
            <a:br/>
            <a:r>
              <a:t>数据直接驱动AI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39" y="411480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面部皮肤分析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拍照检测皮肤状态</a:t>
            </a:r>
            <a:br/>
            <a:r>
              <a:t>干预效果可视化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411480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完整小程序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18个页面</a:t>
            </a:r>
            <a:br/>
            <a:r>
              <a:t>完整用户体验闭环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411480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59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79,000+行代码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195个Python模块</a:t>
            </a:r>
            <a:br/>
            <a:r>
              <a:t>工程级交付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韶音耳机 x AISleepGen:完整技术闭环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27432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韶音耳机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音频播放+传感器采集</a:t>
            </a:r>
            <a:br/>
            <a:r>
              <a:t>骨传导麦捕捉呼吸/鼾声</a:t>
            </a:r>
            <a:br/>
            <a:r>
              <a:t>加速度计检测体动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0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5176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6160" y="1737360"/>
            <a:ext cx="73152" cy="2743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Microsoft YaHei"/>
              </a:defRPr>
            </a:pPr>
            <a:r>
              <a:t>手机App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3774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蓝牙/WiFi数据传输</a:t>
            </a:r>
            <a:br/>
            <a:r>
              <a:t>用户交互界面</a:t>
            </a:r>
            <a:br/>
            <a:r>
              <a:t>AISleepGen SDK嵌入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0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265176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1737360"/>
            <a:ext cx="73152" cy="27432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AISleepGen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774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8位专家综合分析</a:t>
            </a:r>
            <a:br/>
            <a:r>
              <a:t>个性化冥想推荐</a:t>
            </a:r>
            <a:br/>
            <a:r>
              <a:t>干预效果量化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0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645920"/>
            <a:ext cx="265176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18320" y="1737360"/>
            <a:ext cx="73152" cy="2743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Microsoft YaHei"/>
              </a:defRPr>
            </a:pPr>
            <a:r>
              <a:t>用户反馈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3774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睡眠评分+皮肤变化</a:t>
            </a:r>
            <a:br/>
            <a:r>
              <a:t>决策力提升量化</a:t>
            </a:r>
            <a:br/>
            <a:r>
              <a:t>次日晨报推送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韶音传感器数据:呼吸节律|鼾声模式|体动频率|佩戴时长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+华为手环(可选):心率|HRV|睡眠分期-&gt;更完整的睡眠画像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韶音耳机的独家数据优势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0"/>
                </a:solidFill>
                <a:latin typeface="Microsoft YaHei"/>
              </a:defRPr>
            </a:pPr>
            <a:r>
              <a:t>其他设备做不到的感知能力-这是韶音的核心数据壁垒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呼吸节律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骨传导麦低噪采集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入睡速度/睡眠深度/呼吸异常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鼾声模式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骨传导天然低噪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睡眠呼吸暂停风险筛查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体动频率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内置加速度计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REM/深睡阶段精确判断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佩戴时长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蓝牙连接状态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真实使用时长/用户粘性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环境音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麦克风监测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卧室噪音评估/干预时机优化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这些数据+华为手环心率/HRV-&gt;比单一设备更完整的睡眠画像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三方共赢的合作模式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技术层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韶音耳机作为AI感知终端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韶音不需要自研AI-硬件做到极致,AI交给AISleepGen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10972800" cy="13716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产品层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联合清道夫睡眠系统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35661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韶音定制冥想版+App内嵌+联合会员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10972800" cy="13716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商业层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数据飞轮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212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更多用户-&gt;更多数据-&gt;AI更精准-&gt;更好体验-&gt;更强粘性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为什么韶音应该选择AISleepGen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价值高一维度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不是哄你睡的App</a:t>
            </a:r>
            <a:br/>
            <a:r>
              <a:t>是帮你做更好决策的AI系统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828800"/>
            <a:ext cx="256032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004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不是单次助眠</a:t>
            </a:r>
            <a:br/>
            <a:r>
              <a:t>是干预-反馈-优化的闭环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256032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开放引擎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不是封闭系统</a:t>
            </a:r>
            <a:br/>
            <a:r>
              <a:t>是可嵌入韶音App的AI SDK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56032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工程交付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004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不是概念产品</a:t>
            </a:r>
            <a:br/>
            <a:r>
              <a:t>79,000+行代码,拿来即用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0"/>
                </a:solidFill>
                <a:latin typeface="Microsoft YaHei"/>
              </a:defRPr>
            </a:pPr>
            <a:r>
              <a:t>其他助眠产品:没有AI闭环-&gt;没有用户粘性-&gt;没有数据壁垒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立即行动计划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Phase1-2周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韶音接入AISleepGen</a:t>
            </a:r>
            <a:br/>
            <a:r>
              <a:t>验证呼吸/体动数据采集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Phase2-4周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联合Demo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基于SDK开发MVP</a:t>
            </a:r>
            <a:br/>
            <a:r>
              <a:t>完整用户流程演示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Phase3-2周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用户测试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50-100人内测</a:t>
            </a:r>
            <a:br/>
            <a:r>
              <a:t>收集睡眠改善数据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Phase4-发布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产品发布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韶音新品+AI内置</a:t>
            </a:r>
            <a:br/>
            <a:r>
              <a:t>联合品牌推广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我们期望:韶音SDK接入|联合品牌|匿名数据授权|联合推广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让韶音不只"听见世界"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44368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A0"/>
                </a:solidFill>
                <a:latin typeface="Microsoft YaHei"/>
              </a:defRPr>
            </a:pPr>
            <a:r>
              <a:rPr dirty="0" err="1"/>
              <a:t>也"听见用户的睡眠健康和决策力</a:t>
            </a:r>
            <a:r>
              <a:rPr dirty="0"/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AISleepGen |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434</Words>
  <Application>Microsoft Office PowerPoint</Application>
  <PresentationFormat>宽屏</PresentationFormat>
  <Paragraphs>119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道 憨</cp:lastModifiedBy>
  <cp:revision>3</cp:revision>
  <dcterms:created xsi:type="dcterms:W3CDTF">2013-01-27T09:14:16Z</dcterms:created>
  <dcterms:modified xsi:type="dcterms:W3CDTF">2026-06-04T05:41:01Z</dcterms:modified>
  <cp:category/>
</cp:coreProperties>
</file>