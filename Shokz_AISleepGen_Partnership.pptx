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AISleepGen x Shokz  Strategic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4A0"/>
                </a:solidFill>
                <a:latin typeface="Microsoft YaHei"/>
              </a:defRPr>
            </a:pPr>
            <a:r>
              <a:t>From Hearing to Healing - Redefining Wearable Health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DD"/>
                </a:solidFill>
                <a:latin typeface="Microsoft YaHei"/>
              </a:defRPr>
            </a:pPr>
            <a:r>
              <a:t>Partnership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June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Shokz Current Moat and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  Bone conduction technology is mature; OPPO, Xiaomi have followed suit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  Over 80% usage in sports (running/cycling) scenarios - very low daily usage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  Headphones are playback devices only, no user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  Sleep economy untouched: 300M+ insomniacs in China, market &gt;500B RMB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Shokz has millions of ear-worn devices but lacks value beyond hearing.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394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D4A0"/>
                </a:solidFill>
                <a:latin typeface="Microsoft YaHei"/>
              </a:defRPr>
            </a:pPr>
            <a:r>
              <a:t>500B+ RMB            300M+              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Sleep Market 2025      Insomniacs       Sports Usage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Why Bone Conduction is Best for Night Wear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0040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No Ear Canal Blockage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Hear ambient sounds</a:t>
            </a:r>
            <a:br/>
            <a:r>
              <a:t>For parents and pet owners</a:t>
            </a:r>
            <a:br/>
            <a:r>
              <a:t>Zero safety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0040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Side-Sleep Friendly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In-ear/over-ear not comfortable</a:t>
            </a:r>
            <a:br/>
            <a:r>
              <a:t>Bone conduction ideal design</a:t>
            </a:r>
            <a:br/>
            <a:r>
              <a:t>90min+ no discomfort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20040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All Night Wear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Meditation 30-60 min</a:t>
            </a:r>
            <a:br/>
            <a:r>
              <a:t>Full night sleep monitoring</a:t>
            </a:r>
            <a:br/>
            <a:r>
              <a:t>Far exceeds sports usage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Shokz question is not how to sell more headphones - it is what users do after putting them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AISleepGen: An Engine for Better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Core Capability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8 AI Expert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Sleep, stress, emotion,</a:t>
            </a:r>
            <a:br/>
            <a:r>
              <a:t>skin, behavior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210312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42 Meditation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165 original guides</a:t>
            </a:r>
            <a:br/>
            <a:r>
              <a:t>Sleep, relax, focus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210312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CosyVoice TTS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Zero-shot voice cloning</a:t>
            </a:r>
            <a:br/>
            <a:r>
              <a:t>Personalized meditation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210312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2240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Audio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SVM acoustic analysis</a:t>
            </a:r>
            <a:br/>
            <a:r>
              <a:t>Auto-match best audio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Huawei 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Sleep stages, HR, HRV</a:t>
            </a:r>
            <a:br/>
            <a:r>
              <a:t>Data-driven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39" y="411480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Face Skin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Camera-based skin</a:t>
            </a:r>
            <a:br/>
            <a:r>
              <a:t>change detection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411480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Mini Program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18 pages</a:t>
            </a:r>
            <a:br/>
            <a:r>
              <a:t>Full user experience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4114800"/>
            <a:ext cx="2560320" cy="173736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79,000+ 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Microsoft YaHei"/>
              </a:defRPr>
            </a:pPr>
            <a:r>
              <a:t>195 Python modules</a:t>
            </a:r>
            <a:br/>
            <a:r>
              <a:t>Production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Full Technical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3152" cy="27432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Shokz Headphones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Audio playback + sensors</a:t>
            </a:r>
            <a:br/>
            <a:r>
              <a:t>Mic captures breath/snoring</a:t>
            </a:r>
            <a:br/>
            <a:r>
              <a:t>Accelerometer detects movement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5176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737360"/>
            <a:ext cx="73152" cy="2743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Microsoft YaHei"/>
              </a:defRPr>
            </a:pPr>
            <a:r>
              <a:t>Mobile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3774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BLE/WiFi data transfer</a:t>
            </a:r>
            <a:br/>
            <a:r>
              <a:t>User interaction</a:t>
            </a:r>
            <a:br/>
            <a:r>
              <a:t>AISleepGen SDK embedded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265176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737360"/>
            <a:ext cx="73152" cy="27432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AISleepGen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774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8-expert multi-modal analysis</a:t>
            </a:r>
            <a:br/>
            <a:r>
              <a:t>Personalized meditation</a:t>
            </a:r>
            <a:br/>
            <a:r>
              <a:t>Intervention quantification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A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645920"/>
            <a:ext cx="265176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20" y="1737360"/>
            <a:ext cx="73152" cy="2743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Microsoft YaHei"/>
              </a:defRPr>
            </a:pPr>
            <a:r>
              <a:t>User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37744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Sleep score + skin changes</a:t>
            </a:r>
            <a:br/>
            <a:r>
              <a:t>Decision quality improvement</a:t>
            </a:r>
            <a:br/>
            <a:r>
              <a:t>Morning push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Shokz sensor data: breath rhythm | snore pattern | body movement | wear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+ Huawei Band data (optional): HR | HRV | sleep stages -&gt; complete sleep 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Shokz Exclusive Data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0"/>
                </a:solidFill>
                <a:latin typeface="Microsoft YaHei"/>
              </a:defRPr>
            </a:pPr>
            <a:r>
              <a:t>Sensing capabilities no other device can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Breath Rhythm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Bone conduction mic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Sleep onset speed, depth, anomaly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Snore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Low-noise bone conduction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Sleep apnea risk screening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Body Movement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Built-in accelerometer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REM/deep sleep stage accuracy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Wear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Bluetooth connection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Real usage duration, user stickiness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10972800" cy="6858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40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440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Ambient Sound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63FF"/>
                </a:solidFill>
                <a:latin typeface="Microsoft YaHei"/>
              </a:defRPr>
            </a:pPr>
            <a:r>
              <a:t>Microphone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Bedroom noise assessment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0"/>
                </a:solidFill>
                <a:latin typeface="Microsoft YaHei"/>
              </a:defRPr>
            </a:pPr>
            <a:r>
              <a:t>Shokz data + Huawei Band HR/HRV = more complete sleep profile than single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Triple-Win Partnership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Shokz as AI sensing 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Shokz focuses on hardware excellence;</a:t>
            </a:r>
            <a:br/>
            <a:r>
              <a:t>AISleepGen handles the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10972800" cy="13716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Co-branded Sleep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661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Limited edition + App embedded</a:t>
            </a:r>
            <a:br/>
            <a:r>
              <a:t>AISleepGen + joint membership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10972800" cy="13716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0"/>
                </a:solidFill>
                <a:latin typeface="Microsoft YaHei"/>
              </a:defRPr>
            </a:pPr>
            <a:r>
              <a:t>Commercial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Data Flywheel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212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More users -&gt; More data -&gt; Smarter AI</a:t>
            </a:r>
            <a:br/>
            <a:r>
              <a:t>-&gt; Better sleep -&gt; Higher retention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Why Choose AISleepGen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Higher Value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Not a sleep aid app</a:t>
            </a:r>
            <a:br/>
            <a:r>
              <a:t>A decision-quality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828800"/>
            <a:ext cx="256032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Data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04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Not one-time intervention</a:t>
            </a:r>
            <a:br/>
            <a:r>
              <a:t>Complete feedback-optimization 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256032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Open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Not a closed system</a:t>
            </a:r>
            <a:br/>
            <a:r>
              <a:t>AI SDK embeddable in Shokz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560320" cy="292608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Engineering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004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Microsoft YaHei"/>
              </a:defRPr>
            </a:pPr>
            <a:r>
              <a:t>Not a concept</a:t>
            </a:r>
            <a:br/>
            <a:r>
              <a:t>79,000+ lines, production-ready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0"/>
                </a:solidFill>
                <a:latin typeface="Microsoft YaHei"/>
              </a:defRPr>
            </a:pPr>
            <a:r>
              <a:t>Other sleep products: no AI loop -&gt; no stickiness -&gt; no data moat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 1 - 2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Technical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Integrate Shokz into AISleepGen test env</a:t>
            </a:r>
            <a:br/>
            <a:r>
              <a:t>Validate breath/movement data collection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 2 - 4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Joint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MVP development with Shokz SDK</a:t>
            </a:r>
            <a:br/>
            <a:r>
              <a:t>Complete user flow demonstration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 3 - 2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User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50-100 person beta test</a:t>
            </a:r>
            <a:br/>
            <a:r>
              <a:t>Collect sleep improvement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651760" cy="3200400"/>
          </a:xfrm>
          <a:prstGeom prst="rect">
            <a:avLst/>
          </a:prstGeom>
          <a:solidFill>
            <a:srgbClr val="121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0"/>
                </a:solidFill>
                <a:latin typeface="Microsoft YaHei"/>
              </a:defRPr>
            </a:pPr>
            <a:r>
              <a:t>Phase 4 -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Product 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9260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Microsoft YaHei"/>
              </a:defRPr>
            </a:pPr>
            <a:r>
              <a:t>New Shokz product + AISleepGen built-in</a:t>
            </a:r>
            <a:br/>
            <a:r>
              <a:t>Co-branded marketing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We seek: Shokz SDK/API access | Co-branding | Anonymized user data for AI | Joint marketing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00D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Let Shokz do more than hear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A0"/>
                </a:solidFill>
                <a:latin typeface="Microsoft YaHei"/>
              </a:defRPr>
            </a:pPr>
            <a:r>
              <a:t>Hear your users' sleep health and decision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DD"/>
                </a:solidFill>
                <a:latin typeface="Microsoft YaHei"/>
              </a:defRPr>
            </a:pPr>
            <a:r>
              <a:t>AISleepGen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